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abrica Heavy" charset="1" panose="00000A00000000000000"/>
      <p:regular r:id="rId16"/>
    </p:embeddedFont>
    <p:embeddedFont>
      <p:font typeface="Montserrat" charset="1" panose="00000500000000000000"/>
      <p:regular r:id="rId17"/>
    </p:embeddedFont>
    <p:embeddedFont>
      <p:font typeface="Libre Baskerville Bold" charset="1" panose="02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Avenir" charset="1" panose="020B0503020203020204"/>
      <p:regular r:id="rId20"/>
    </p:embeddedFont>
    <p:embeddedFont>
      <p:font typeface="Red Hat Display Bold" charset="1" panose="02010803040201060303"/>
      <p:regular r:id="rId21"/>
    </p:embeddedFont>
    <p:embeddedFont>
      <p:font typeface="Cinzel" charset="1" panose="00000500000000000000"/>
      <p:regular r:id="rId22"/>
    </p:embeddedFont>
    <p:embeddedFont>
      <p:font typeface="Libre Baskerville" charset="1" panose="02000000000000000000"/>
      <p:regular r:id="rId23"/>
    </p:embeddedFont>
    <p:embeddedFont>
      <p:font typeface="Cinzel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4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9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26965" y="-3717036"/>
            <a:ext cx="11370573" cy="4347651"/>
            <a:chOff x="0" y="0"/>
            <a:chExt cx="15160763" cy="57968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144776" y="0"/>
              <a:ext cx="8015988" cy="5796868"/>
            </a:xfrm>
            <a:custGeom>
              <a:avLst/>
              <a:gdLst/>
              <a:ahLst/>
              <a:cxnLst/>
              <a:rect r="r" b="b" t="t" l="l"/>
              <a:pathLst>
                <a:path h="5796868" w="8015988">
                  <a:moveTo>
                    <a:pt x="0" y="0"/>
                  </a:moveTo>
                  <a:lnTo>
                    <a:pt x="8015987" y="0"/>
                  </a:lnTo>
                  <a:lnTo>
                    <a:pt x="8015987" y="5796868"/>
                  </a:lnTo>
                  <a:lnTo>
                    <a:pt x="0" y="5796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960296" y="872027"/>
              <a:ext cx="6799742" cy="4917323"/>
            </a:xfrm>
            <a:custGeom>
              <a:avLst/>
              <a:gdLst/>
              <a:ahLst/>
              <a:cxnLst/>
              <a:rect r="r" b="b" t="t" l="l"/>
              <a:pathLst>
                <a:path h="4917323" w="6799742">
                  <a:moveTo>
                    <a:pt x="0" y="0"/>
                  </a:moveTo>
                  <a:lnTo>
                    <a:pt x="6799742" y="0"/>
                  </a:lnTo>
                  <a:lnTo>
                    <a:pt x="6799742" y="4917324"/>
                  </a:lnTo>
                  <a:lnTo>
                    <a:pt x="0" y="491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445510"/>
              <a:ext cx="4634303" cy="3351357"/>
            </a:xfrm>
            <a:custGeom>
              <a:avLst/>
              <a:gdLst/>
              <a:ahLst/>
              <a:cxnLst/>
              <a:rect r="r" b="b" t="t" l="l"/>
              <a:pathLst>
                <a:path h="3351357" w="4634303">
                  <a:moveTo>
                    <a:pt x="0" y="0"/>
                  </a:moveTo>
                  <a:lnTo>
                    <a:pt x="4634303" y="0"/>
                  </a:lnTo>
                  <a:lnTo>
                    <a:pt x="4634303" y="3351358"/>
                  </a:lnTo>
                  <a:lnTo>
                    <a:pt x="0" y="3351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73600" y="9653900"/>
            <a:ext cx="10714400" cy="4096757"/>
            <a:chOff x="0" y="0"/>
            <a:chExt cx="14285866" cy="5462342"/>
          </a:xfrm>
        </p:grpSpPr>
        <p:sp>
          <p:nvSpPr>
            <p:cNvPr name="Freeform 7" id="7"/>
            <p:cNvSpPr/>
            <p:nvPr/>
          </p:nvSpPr>
          <p:spPr>
            <a:xfrm flipH="false" flipV="true" rot="0">
              <a:off x="6732465" y="0"/>
              <a:ext cx="7553402" cy="5462342"/>
            </a:xfrm>
            <a:custGeom>
              <a:avLst/>
              <a:gdLst/>
              <a:ahLst/>
              <a:cxnLst/>
              <a:rect r="r" b="b" t="t" l="l"/>
              <a:pathLst>
                <a:path h="5462342" w="7553402">
                  <a:moveTo>
                    <a:pt x="0" y="5462342"/>
                  </a:moveTo>
                  <a:lnTo>
                    <a:pt x="7553401" y="5462342"/>
                  </a:lnTo>
                  <a:lnTo>
                    <a:pt x="7553401" y="0"/>
                  </a:lnTo>
                  <a:lnTo>
                    <a:pt x="0" y="0"/>
                  </a:lnTo>
                  <a:lnTo>
                    <a:pt x="0" y="5462342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366867" cy="3157957"/>
            </a:xfrm>
            <a:custGeom>
              <a:avLst/>
              <a:gdLst/>
              <a:ahLst/>
              <a:cxnLst/>
              <a:rect r="r" b="b" t="t" l="l"/>
              <a:pathLst>
                <a:path h="3157957" w="4366867">
                  <a:moveTo>
                    <a:pt x="0" y="3157957"/>
                  </a:moveTo>
                  <a:lnTo>
                    <a:pt x="4366867" y="3157957"/>
                  </a:lnTo>
                  <a:lnTo>
                    <a:pt x="4366867" y="0"/>
                  </a:lnTo>
                  <a:lnTo>
                    <a:pt x="0" y="0"/>
                  </a:lnTo>
                  <a:lnTo>
                    <a:pt x="0" y="3157957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0">
              <a:off x="2789464" y="98135"/>
              <a:ext cx="6407343" cy="4633555"/>
            </a:xfrm>
            <a:custGeom>
              <a:avLst/>
              <a:gdLst/>
              <a:ahLst/>
              <a:cxnLst/>
              <a:rect r="r" b="b" t="t" l="l"/>
              <a:pathLst>
                <a:path h="4633555" w="6407343">
                  <a:moveTo>
                    <a:pt x="0" y="4633554"/>
                  </a:moveTo>
                  <a:lnTo>
                    <a:pt x="6407342" y="4633554"/>
                  </a:lnTo>
                  <a:lnTo>
                    <a:pt x="6407342" y="0"/>
                  </a:lnTo>
                  <a:lnTo>
                    <a:pt x="0" y="0"/>
                  </a:lnTo>
                  <a:lnTo>
                    <a:pt x="0" y="4633554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869244" y="1028700"/>
            <a:ext cx="3370400" cy="2179910"/>
          </a:xfrm>
          <a:custGeom>
            <a:avLst/>
            <a:gdLst/>
            <a:ahLst/>
            <a:cxnLst/>
            <a:rect r="r" b="b" t="t" l="l"/>
            <a:pathLst>
              <a:path h="2179910" w="3370400">
                <a:moveTo>
                  <a:pt x="0" y="0"/>
                </a:moveTo>
                <a:lnTo>
                  <a:pt x="3370400" y="0"/>
                </a:lnTo>
                <a:lnTo>
                  <a:pt x="3370400" y="2179910"/>
                </a:lnTo>
                <a:lnTo>
                  <a:pt x="0" y="2179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7354" y="3726240"/>
            <a:ext cx="11467254" cy="306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b="true" sz="11845">
                <a:solidFill>
                  <a:srgbClr val="F0F0F0"/>
                </a:solidFill>
                <a:latin typeface="Fabrica Heavy"/>
                <a:ea typeface="Fabrica Heavy"/>
                <a:cs typeface="Fabrica Heavy"/>
                <a:sym typeface="Fabrica Heavy"/>
              </a:rPr>
              <a:t>BRAND GUIDELINES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37946" y="8856439"/>
            <a:ext cx="3480290" cy="5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AIM FOR BETTER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1301" y="6913185"/>
            <a:ext cx="5721314" cy="5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AIM FOR TRUSTED OUTPUTS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6549" y="8057167"/>
            <a:ext cx="6214902" cy="51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AIM FOR RESPONSIBLE AI USE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2135379"/>
            <a:ext cx="18288000" cy="0"/>
          </a:xfrm>
          <a:prstGeom prst="line">
            <a:avLst/>
          </a:prstGeom>
          <a:ln cap="flat" w="9525">
            <a:solidFill>
              <a:srgbClr val="A4F3D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992311" y="2135379"/>
            <a:ext cx="0" cy="8151621"/>
          </a:xfrm>
          <a:prstGeom prst="line">
            <a:avLst/>
          </a:prstGeom>
          <a:ln cap="flat" w="9525">
            <a:solidFill>
              <a:srgbClr val="A4F3D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923408" y="3139357"/>
            <a:ext cx="506378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0F0F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Table Of Content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75515" y="2992440"/>
            <a:ext cx="4907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5515" y="3892061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47929" y="2992440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47929" y="3892061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 Identity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5515" y="4829842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7929" y="4829842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Logo Usage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5515" y="5767623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7929" y="5767623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Color Palette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5515" y="6705403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47929" y="6705403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Typography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826965" y="-3717036"/>
            <a:ext cx="11370573" cy="4347651"/>
            <a:chOff x="0" y="0"/>
            <a:chExt cx="15160763" cy="57968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144776" y="0"/>
              <a:ext cx="8015988" cy="5796868"/>
            </a:xfrm>
            <a:custGeom>
              <a:avLst/>
              <a:gdLst/>
              <a:ahLst/>
              <a:cxnLst/>
              <a:rect r="r" b="b" t="t" l="l"/>
              <a:pathLst>
                <a:path h="5796868" w="8015988">
                  <a:moveTo>
                    <a:pt x="0" y="0"/>
                  </a:moveTo>
                  <a:lnTo>
                    <a:pt x="8015987" y="0"/>
                  </a:lnTo>
                  <a:lnTo>
                    <a:pt x="8015987" y="5796868"/>
                  </a:lnTo>
                  <a:lnTo>
                    <a:pt x="0" y="5796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60296" y="872027"/>
              <a:ext cx="6799742" cy="4917323"/>
            </a:xfrm>
            <a:custGeom>
              <a:avLst/>
              <a:gdLst/>
              <a:ahLst/>
              <a:cxnLst/>
              <a:rect r="r" b="b" t="t" l="l"/>
              <a:pathLst>
                <a:path h="4917323" w="6799742">
                  <a:moveTo>
                    <a:pt x="0" y="0"/>
                  </a:moveTo>
                  <a:lnTo>
                    <a:pt x="6799742" y="0"/>
                  </a:lnTo>
                  <a:lnTo>
                    <a:pt x="6799742" y="4917324"/>
                  </a:lnTo>
                  <a:lnTo>
                    <a:pt x="0" y="491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2445510"/>
              <a:ext cx="4634303" cy="3351357"/>
            </a:xfrm>
            <a:custGeom>
              <a:avLst/>
              <a:gdLst/>
              <a:ahLst/>
              <a:cxnLst/>
              <a:rect r="r" b="b" t="t" l="l"/>
              <a:pathLst>
                <a:path h="3351357" w="4634303">
                  <a:moveTo>
                    <a:pt x="0" y="0"/>
                  </a:moveTo>
                  <a:lnTo>
                    <a:pt x="4634303" y="0"/>
                  </a:lnTo>
                  <a:lnTo>
                    <a:pt x="4634303" y="3351358"/>
                  </a:lnTo>
                  <a:lnTo>
                    <a:pt x="0" y="3351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573600" y="9653900"/>
            <a:ext cx="10714400" cy="4096757"/>
            <a:chOff x="0" y="0"/>
            <a:chExt cx="14285866" cy="5462342"/>
          </a:xfrm>
        </p:grpSpPr>
        <p:sp>
          <p:nvSpPr>
            <p:cNvPr name="Freeform 20" id="20"/>
            <p:cNvSpPr/>
            <p:nvPr/>
          </p:nvSpPr>
          <p:spPr>
            <a:xfrm flipH="false" flipV="true" rot="0">
              <a:off x="6732465" y="0"/>
              <a:ext cx="7553402" cy="5462342"/>
            </a:xfrm>
            <a:custGeom>
              <a:avLst/>
              <a:gdLst/>
              <a:ahLst/>
              <a:cxnLst/>
              <a:rect r="r" b="b" t="t" l="l"/>
              <a:pathLst>
                <a:path h="5462342" w="7553402">
                  <a:moveTo>
                    <a:pt x="0" y="5462342"/>
                  </a:moveTo>
                  <a:lnTo>
                    <a:pt x="7553401" y="5462342"/>
                  </a:lnTo>
                  <a:lnTo>
                    <a:pt x="7553401" y="0"/>
                  </a:lnTo>
                  <a:lnTo>
                    <a:pt x="0" y="0"/>
                  </a:lnTo>
                  <a:lnTo>
                    <a:pt x="0" y="5462342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0">
              <a:off x="0" y="0"/>
              <a:ext cx="4366867" cy="3157957"/>
            </a:xfrm>
            <a:custGeom>
              <a:avLst/>
              <a:gdLst/>
              <a:ahLst/>
              <a:cxnLst/>
              <a:rect r="r" b="b" t="t" l="l"/>
              <a:pathLst>
                <a:path h="3157957" w="4366867">
                  <a:moveTo>
                    <a:pt x="0" y="3157957"/>
                  </a:moveTo>
                  <a:lnTo>
                    <a:pt x="4366867" y="3157957"/>
                  </a:lnTo>
                  <a:lnTo>
                    <a:pt x="4366867" y="0"/>
                  </a:lnTo>
                  <a:lnTo>
                    <a:pt x="0" y="0"/>
                  </a:lnTo>
                  <a:lnTo>
                    <a:pt x="0" y="3157957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true" rot="0">
              <a:off x="2789464" y="98135"/>
              <a:ext cx="6407343" cy="4633555"/>
            </a:xfrm>
            <a:custGeom>
              <a:avLst/>
              <a:gdLst/>
              <a:ahLst/>
              <a:cxnLst/>
              <a:rect r="r" b="b" t="t" l="l"/>
              <a:pathLst>
                <a:path h="4633555" w="6407343">
                  <a:moveTo>
                    <a:pt x="0" y="4633554"/>
                  </a:moveTo>
                  <a:lnTo>
                    <a:pt x="6407342" y="4633554"/>
                  </a:lnTo>
                  <a:lnTo>
                    <a:pt x="6407342" y="0"/>
                  </a:lnTo>
                  <a:lnTo>
                    <a:pt x="0" y="0"/>
                  </a:lnTo>
                  <a:lnTo>
                    <a:pt x="0" y="4633554"/>
                  </a:lnTo>
                  <a:close/>
                </a:path>
              </a:pathLst>
            </a:custGeom>
            <a:blipFill>
              <a:blip r:embed="rId2">
                <a:alphaModFix amt="3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10050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975515" y="7601675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47929" y="7601675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Other Assets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5515" y="8333956"/>
            <a:ext cx="67630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47929" y="8333956"/>
            <a:ext cx="44137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240" b="true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Information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421570"/>
            <a:ext cx="8418341" cy="5443860"/>
          </a:xfrm>
          <a:custGeom>
            <a:avLst/>
            <a:gdLst/>
            <a:ahLst/>
            <a:cxnLst/>
            <a:rect r="r" b="b" t="t" l="l"/>
            <a:pathLst>
              <a:path h="5443860" w="8418341">
                <a:moveTo>
                  <a:pt x="0" y="0"/>
                </a:moveTo>
                <a:lnTo>
                  <a:pt x="8418341" y="0"/>
                </a:lnTo>
                <a:lnTo>
                  <a:pt x="8418341" y="5443860"/>
                </a:lnTo>
                <a:lnTo>
                  <a:pt x="0" y="5443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0755" y="3697441"/>
            <a:ext cx="1113738" cy="1325878"/>
          </a:xfrm>
          <a:custGeom>
            <a:avLst/>
            <a:gdLst/>
            <a:ahLst/>
            <a:cxnLst/>
            <a:rect r="r" b="b" t="t" l="l"/>
            <a:pathLst>
              <a:path h="1325878" w="1113738">
                <a:moveTo>
                  <a:pt x="0" y="0"/>
                </a:moveTo>
                <a:lnTo>
                  <a:pt x="1113738" y="0"/>
                </a:lnTo>
                <a:lnTo>
                  <a:pt x="1113738" y="1325879"/>
                </a:lnTo>
                <a:lnTo>
                  <a:pt x="0" y="1325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1218" y="3293581"/>
            <a:ext cx="631740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0F0F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Brand 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1218" y="5690671"/>
            <a:ext cx="5204516" cy="237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This page provides an overview of AIM. 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 AIM teaches early-career professionals and their managers how to evaluate what AI produces, spot what it gets wrong, and use it responsibly at work.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047688" y="938212"/>
            <a:ext cx="0" cy="9348788"/>
          </a:xfrm>
          <a:prstGeom prst="line">
            <a:avLst/>
          </a:prstGeom>
          <a:ln cap="flat" w="9525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38212"/>
            <a:ext cx="18288000" cy="0"/>
          </a:xfrm>
          <a:prstGeom prst="line">
            <a:avLst/>
          </a:prstGeom>
          <a:ln cap="flat" w="9525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253538"/>
            <a:ext cx="6047688" cy="0"/>
          </a:xfrm>
          <a:prstGeom prst="line">
            <a:avLst/>
          </a:prstGeom>
          <a:ln cap="flat" w="9525">
            <a:solidFill>
              <a:srgbClr val="F0F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240355" y="4293014"/>
            <a:ext cx="1141645" cy="1155286"/>
          </a:xfrm>
          <a:custGeom>
            <a:avLst/>
            <a:gdLst/>
            <a:ahLst/>
            <a:cxnLst/>
            <a:rect r="r" b="b" t="t" l="l"/>
            <a:pathLst>
              <a:path h="1155286" w="1141645">
                <a:moveTo>
                  <a:pt x="0" y="0"/>
                </a:moveTo>
                <a:lnTo>
                  <a:pt x="1141645" y="0"/>
                </a:lnTo>
                <a:lnTo>
                  <a:pt x="1141645" y="1155286"/>
                </a:lnTo>
                <a:lnTo>
                  <a:pt x="0" y="1155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09" t="-1418" r="-1667" b="-13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31787" y="2184456"/>
            <a:ext cx="1148528" cy="1156973"/>
          </a:xfrm>
          <a:custGeom>
            <a:avLst/>
            <a:gdLst/>
            <a:ahLst/>
            <a:cxnLst/>
            <a:rect r="r" b="b" t="t" l="l"/>
            <a:pathLst>
              <a:path h="1156973" w="1148528">
                <a:moveTo>
                  <a:pt x="0" y="0"/>
                </a:moveTo>
                <a:lnTo>
                  <a:pt x="1148529" y="0"/>
                </a:lnTo>
                <a:lnTo>
                  <a:pt x="1148529" y="1156973"/>
                </a:lnTo>
                <a:lnTo>
                  <a:pt x="0" y="1156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49" t="-1822" r="-1804" b="-77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58414" y="6468511"/>
            <a:ext cx="1151119" cy="1143377"/>
          </a:xfrm>
          <a:custGeom>
            <a:avLst/>
            <a:gdLst/>
            <a:ahLst/>
            <a:cxnLst/>
            <a:rect r="r" b="b" t="t" l="l"/>
            <a:pathLst>
              <a:path h="1143377" w="1151119">
                <a:moveTo>
                  <a:pt x="0" y="0"/>
                </a:moveTo>
                <a:lnTo>
                  <a:pt x="1151119" y="0"/>
                </a:lnTo>
                <a:lnTo>
                  <a:pt x="1151119" y="1143377"/>
                </a:lnTo>
                <a:lnTo>
                  <a:pt x="0" y="1143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79" t="-2209" r="-1641" b="-161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2751548"/>
            <a:ext cx="6030159" cy="7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AIM for trusted outputs, AIM for responsible AI use, AIM for Better.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2106225"/>
            <a:ext cx="30150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0F0F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Brand Positioning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861317"/>
            <a:ext cx="6030159" cy="38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Professional, direct and passionate.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215994"/>
            <a:ext cx="49056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0F0F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Brand Personality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7031426"/>
            <a:ext cx="6030159" cy="7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Corporate company training leads - Gen z workforce and their managers.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6386103"/>
            <a:ext cx="30150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0F0F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Target Market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700780"/>
            <a:ext cx="4190328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0F0F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Brand Identity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562068" y="0"/>
            <a:ext cx="0" cy="10287000"/>
          </a:xfrm>
          <a:prstGeom prst="line">
            <a:avLst/>
          </a:prstGeom>
          <a:ln cap="flat" w="9525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543800" y="915421"/>
            <a:ext cx="9066820" cy="2449139"/>
            <a:chOff x="0" y="0"/>
            <a:chExt cx="2558815" cy="6911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8815" cy="691190"/>
            </a:xfrm>
            <a:custGeom>
              <a:avLst/>
              <a:gdLst/>
              <a:ahLst/>
              <a:cxnLst/>
              <a:rect r="r" b="b" t="t" l="l"/>
              <a:pathLst>
                <a:path h="691190" w="2558815">
                  <a:moveTo>
                    <a:pt x="0" y="0"/>
                  </a:moveTo>
                  <a:lnTo>
                    <a:pt x="2558815" y="0"/>
                  </a:lnTo>
                  <a:lnTo>
                    <a:pt x="2558815" y="691190"/>
                  </a:lnTo>
                  <a:lnTo>
                    <a:pt x="0" y="691190"/>
                  </a:lnTo>
                  <a:close/>
                </a:path>
              </a:pathLst>
            </a:custGeom>
            <a:solidFill>
              <a:srgbClr val="F8FAFA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558815" cy="69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52748" y="478194"/>
            <a:ext cx="1027260" cy="874455"/>
          </a:xfrm>
          <a:custGeom>
            <a:avLst/>
            <a:gdLst/>
            <a:ahLst/>
            <a:cxnLst/>
            <a:rect r="r" b="b" t="t" l="l"/>
            <a:pathLst>
              <a:path h="874455" w="1027260">
                <a:moveTo>
                  <a:pt x="0" y="0"/>
                </a:moveTo>
                <a:lnTo>
                  <a:pt x="1027260" y="0"/>
                </a:lnTo>
                <a:lnTo>
                  <a:pt x="1027260" y="874455"/>
                </a:lnTo>
                <a:lnTo>
                  <a:pt x="0" y="874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43800" y="3918931"/>
            <a:ext cx="9066820" cy="2449139"/>
            <a:chOff x="0" y="0"/>
            <a:chExt cx="2558815" cy="691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8815" cy="691190"/>
            </a:xfrm>
            <a:custGeom>
              <a:avLst/>
              <a:gdLst/>
              <a:ahLst/>
              <a:cxnLst/>
              <a:rect r="r" b="b" t="t" l="l"/>
              <a:pathLst>
                <a:path h="691190" w="2558815">
                  <a:moveTo>
                    <a:pt x="0" y="0"/>
                  </a:moveTo>
                  <a:lnTo>
                    <a:pt x="2558815" y="0"/>
                  </a:lnTo>
                  <a:lnTo>
                    <a:pt x="2558815" y="691190"/>
                  </a:lnTo>
                  <a:lnTo>
                    <a:pt x="0" y="691190"/>
                  </a:lnTo>
                  <a:close/>
                </a:path>
              </a:pathLst>
            </a:custGeom>
            <a:solidFill>
              <a:srgbClr val="F8FAFA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558815" cy="691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511697" y="6557357"/>
            <a:ext cx="3951621" cy="2555381"/>
          </a:xfrm>
          <a:custGeom>
            <a:avLst/>
            <a:gdLst/>
            <a:ahLst/>
            <a:cxnLst/>
            <a:rect r="r" b="b" t="t" l="l"/>
            <a:pathLst>
              <a:path h="2555381" w="3951621">
                <a:moveTo>
                  <a:pt x="0" y="0"/>
                </a:moveTo>
                <a:lnTo>
                  <a:pt x="3951620" y="0"/>
                </a:lnTo>
                <a:lnTo>
                  <a:pt x="3951620" y="2555381"/>
                </a:lnTo>
                <a:lnTo>
                  <a:pt x="0" y="2555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76275" y="6500746"/>
            <a:ext cx="4125977" cy="2668604"/>
          </a:xfrm>
          <a:custGeom>
            <a:avLst/>
            <a:gdLst/>
            <a:ahLst/>
            <a:cxnLst/>
            <a:rect r="r" b="b" t="t" l="l"/>
            <a:pathLst>
              <a:path h="2668604" w="4125977">
                <a:moveTo>
                  <a:pt x="0" y="0"/>
                </a:moveTo>
                <a:lnTo>
                  <a:pt x="4125977" y="0"/>
                </a:lnTo>
                <a:lnTo>
                  <a:pt x="4125977" y="2668603"/>
                </a:lnTo>
                <a:lnTo>
                  <a:pt x="0" y="2668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02724" y="3584566"/>
            <a:ext cx="4820594" cy="3117869"/>
          </a:xfrm>
          <a:custGeom>
            <a:avLst/>
            <a:gdLst/>
            <a:ahLst/>
            <a:cxnLst/>
            <a:rect r="r" b="b" t="t" l="l"/>
            <a:pathLst>
              <a:path h="3117869" w="4820594">
                <a:moveTo>
                  <a:pt x="0" y="0"/>
                </a:moveTo>
                <a:lnTo>
                  <a:pt x="4820594" y="0"/>
                </a:lnTo>
                <a:lnTo>
                  <a:pt x="4820594" y="3117868"/>
                </a:lnTo>
                <a:lnTo>
                  <a:pt x="0" y="31178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2746336"/>
            <a:ext cx="785019" cy="934546"/>
          </a:xfrm>
          <a:custGeom>
            <a:avLst/>
            <a:gdLst/>
            <a:ahLst/>
            <a:cxnLst/>
            <a:rect r="r" b="b" t="t" l="l"/>
            <a:pathLst>
              <a:path h="934546" w="785019">
                <a:moveTo>
                  <a:pt x="0" y="0"/>
                </a:moveTo>
                <a:lnTo>
                  <a:pt x="785019" y="0"/>
                </a:lnTo>
                <a:lnTo>
                  <a:pt x="785019" y="934546"/>
                </a:lnTo>
                <a:lnTo>
                  <a:pt x="0" y="934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00559" y="1028700"/>
            <a:ext cx="14078" cy="2252421"/>
          </a:xfrm>
          <a:custGeom>
            <a:avLst/>
            <a:gdLst/>
            <a:ahLst/>
            <a:cxnLst/>
            <a:rect r="r" b="b" t="t" l="l"/>
            <a:pathLst>
              <a:path h="2252421" w="14078">
                <a:moveTo>
                  <a:pt x="0" y="0"/>
                </a:moveTo>
                <a:lnTo>
                  <a:pt x="14078" y="0"/>
                </a:lnTo>
                <a:lnTo>
                  <a:pt x="14078" y="2252421"/>
                </a:lnTo>
                <a:lnTo>
                  <a:pt x="0" y="22524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9855" y="1028700"/>
            <a:ext cx="3983874" cy="2227478"/>
          </a:xfrm>
          <a:custGeom>
            <a:avLst/>
            <a:gdLst/>
            <a:ahLst/>
            <a:cxnLst/>
            <a:rect r="r" b="b" t="t" l="l"/>
            <a:pathLst>
              <a:path h="2227478" w="3983874">
                <a:moveTo>
                  <a:pt x="0" y="0"/>
                </a:moveTo>
                <a:lnTo>
                  <a:pt x="3983875" y="0"/>
                </a:lnTo>
                <a:lnTo>
                  <a:pt x="3983875" y="2227478"/>
                </a:lnTo>
                <a:lnTo>
                  <a:pt x="0" y="22274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0933" r="-5368" b="-1093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52678" y="2297760"/>
            <a:ext cx="296635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Logo Usage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52678" y="4943447"/>
            <a:ext cx="4190328" cy="276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Our logo serves as a visual embodiment of our brand identity. 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0F0F0"/>
                </a:solidFill>
                <a:latin typeface="Avenir"/>
                <a:ea typeface="Avenir"/>
                <a:cs typeface="Avenir"/>
                <a:sym typeface="Avenir"/>
              </a:rPr>
              <a:t>Multiple versions have been created to enable agile useage across platforms.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5447" y="2026589"/>
            <a:ext cx="4052158" cy="35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1"/>
              </a:lnSpc>
            </a:pPr>
            <a:r>
              <a:rPr lang="en-US" sz="2065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AI </a:t>
            </a:r>
            <a:r>
              <a:rPr lang="en-US" sz="2065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MANAGEMENT COACHING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25581" y="8380631"/>
            <a:ext cx="4923853" cy="43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25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MANAGEMENT COACHING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13564" y="4209362"/>
            <a:ext cx="2049129" cy="1639620"/>
            <a:chOff x="0" y="0"/>
            <a:chExt cx="2732172" cy="2186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8689" cy="2186160"/>
            </a:xfrm>
            <a:custGeom>
              <a:avLst/>
              <a:gdLst/>
              <a:ahLst/>
              <a:cxnLst/>
              <a:rect r="r" b="b" t="t" l="l"/>
              <a:pathLst>
                <a:path h="2186160" w="2548689">
                  <a:moveTo>
                    <a:pt x="0" y="0"/>
                  </a:moveTo>
                  <a:lnTo>
                    <a:pt x="2548689" y="0"/>
                  </a:lnTo>
                  <a:lnTo>
                    <a:pt x="2548689" y="2186160"/>
                  </a:lnTo>
                  <a:lnTo>
                    <a:pt x="0" y="2186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453" t="-40218" r="-150431" b="-50432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265592" y="1005161"/>
              <a:ext cx="466580" cy="594018"/>
            </a:xfrm>
            <a:custGeom>
              <a:avLst/>
              <a:gdLst/>
              <a:ahLst/>
              <a:cxnLst/>
              <a:rect r="r" b="b" t="t" l="l"/>
              <a:pathLst>
                <a:path h="594018" w="466580">
                  <a:moveTo>
                    <a:pt x="0" y="0"/>
                  </a:moveTo>
                  <a:lnTo>
                    <a:pt x="466580" y="0"/>
                  </a:lnTo>
                  <a:lnTo>
                    <a:pt x="466580" y="594019"/>
                  </a:lnTo>
                  <a:lnTo>
                    <a:pt x="0" y="594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60565" t="-275802" r="-66882" b="-24765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611966" y="8259351"/>
            <a:ext cx="1854595" cy="2183215"/>
            <a:chOff x="0" y="0"/>
            <a:chExt cx="2472793" cy="291095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373480" y="-266700"/>
              <a:ext cx="1989514" cy="3177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77"/>
                </a:lnSpc>
                <a:spcBef>
                  <a:spcPct val="0"/>
                </a:spcBef>
              </a:pPr>
              <a:r>
                <a:rPr lang="en-US" sz="14340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A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V="true">
              <a:off x="95" y="1553941"/>
              <a:ext cx="2256271" cy="5832"/>
            </a:xfrm>
            <a:prstGeom prst="line">
              <a:avLst/>
            </a:prstGeom>
            <a:ln cap="flat" w="73274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90689" y="1235566"/>
              <a:ext cx="370503" cy="267934"/>
            </a:xfrm>
            <a:custGeom>
              <a:avLst/>
              <a:gdLst/>
              <a:ahLst/>
              <a:cxnLst/>
              <a:rect r="r" b="b" t="t" l="l"/>
              <a:pathLst>
                <a:path h="267934" w="370503">
                  <a:moveTo>
                    <a:pt x="0" y="0"/>
                  </a:moveTo>
                  <a:lnTo>
                    <a:pt x="370503" y="0"/>
                  </a:lnTo>
                  <a:lnTo>
                    <a:pt x="370503" y="267934"/>
                  </a:lnTo>
                  <a:lnTo>
                    <a:pt x="0" y="267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true" rot="0">
              <a:off x="390689" y="1616394"/>
              <a:ext cx="370503" cy="267934"/>
            </a:xfrm>
            <a:custGeom>
              <a:avLst/>
              <a:gdLst/>
              <a:ahLst/>
              <a:cxnLst/>
              <a:rect r="r" b="b" t="t" l="l"/>
              <a:pathLst>
                <a:path h="267934" w="370503">
                  <a:moveTo>
                    <a:pt x="0" y="267934"/>
                  </a:moveTo>
                  <a:lnTo>
                    <a:pt x="370503" y="267934"/>
                  </a:lnTo>
                  <a:lnTo>
                    <a:pt x="370503" y="0"/>
                  </a:lnTo>
                  <a:lnTo>
                    <a:pt x="0" y="0"/>
                  </a:lnTo>
                  <a:lnTo>
                    <a:pt x="0" y="267934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97280" y="1275872"/>
              <a:ext cx="314287" cy="227281"/>
            </a:xfrm>
            <a:custGeom>
              <a:avLst/>
              <a:gdLst/>
              <a:ahLst/>
              <a:cxnLst/>
              <a:rect r="r" b="b" t="t" l="l"/>
              <a:pathLst>
                <a:path h="227281" w="314287">
                  <a:moveTo>
                    <a:pt x="0" y="0"/>
                  </a:moveTo>
                  <a:lnTo>
                    <a:pt x="314288" y="0"/>
                  </a:lnTo>
                  <a:lnTo>
                    <a:pt x="314288" y="227281"/>
                  </a:lnTo>
                  <a:lnTo>
                    <a:pt x="0" y="227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0454" y="1348599"/>
              <a:ext cx="214200" cy="154901"/>
            </a:xfrm>
            <a:custGeom>
              <a:avLst/>
              <a:gdLst/>
              <a:ahLst/>
              <a:cxnLst/>
              <a:rect r="r" b="b" t="t" l="l"/>
              <a:pathLst>
                <a:path h="154901" w="214200">
                  <a:moveTo>
                    <a:pt x="0" y="0"/>
                  </a:moveTo>
                  <a:lnTo>
                    <a:pt x="214200" y="0"/>
                  </a:lnTo>
                  <a:lnTo>
                    <a:pt x="214200" y="154901"/>
                  </a:lnTo>
                  <a:lnTo>
                    <a:pt x="0" y="1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true" rot="0">
              <a:off x="60454" y="1616394"/>
              <a:ext cx="214200" cy="154901"/>
            </a:xfrm>
            <a:custGeom>
              <a:avLst/>
              <a:gdLst/>
              <a:ahLst/>
              <a:cxnLst/>
              <a:rect r="r" b="b" t="t" l="l"/>
              <a:pathLst>
                <a:path h="154901" w="214200">
                  <a:moveTo>
                    <a:pt x="0" y="154902"/>
                  </a:moveTo>
                  <a:lnTo>
                    <a:pt x="214200" y="154902"/>
                  </a:lnTo>
                  <a:lnTo>
                    <a:pt x="214200" y="0"/>
                  </a:lnTo>
                  <a:lnTo>
                    <a:pt x="0" y="0"/>
                  </a:lnTo>
                  <a:lnTo>
                    <a:pt x="0" y="154902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-4066910">
              <a:off x="888966" y="1480711"/>
              <a:ext cx="171588" cy="117224"/>
              <a:chOff x="0" y="0"/>
              <a:chExt cx="826693" cy="56477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26693" cy="564772"/>
              </a:xfrm>
              <a:custGeom>
                <a:avLst/>
                <a:gdLst/>
                <a:ahLst/>
                <a:cxnLst/>
                <a:rect r="r" b="b" t="t" l="l"/>
                <a:pathLst>
                  <a:path h="564772" w="826693">
                    <a:moveTo>
                      <a:pt x="623493" y="0"/>
                    </a:moveTo>
                    <a:lnTo>
                      <a:pt x="0" y="0"/>
                    </a:lnTo>
                    <a:lnTo>
                      <a:pt x="203200" y="564772"/>
                    </a:lnTo>
                    <a:lnTo>
                      <a:pt x="826693" y="564772"/>
                    </a:lnTo>
                    <a:lnTo>
                      <a:pt x="623493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623493" cy="6219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true" rot="0">
              <a:off x="197280" y="1621208"/>
              <a:ext cx="314287" cy="227281"/>
            </a:xfrm>
            <a:custGeom>
              <a:avLst/>
              <a:gdLst/>
              <a:ahLst/>
              <a:cxnLst/>
              <a:rect r="r" b="b" t="t" l="l"/>
              <a:pathLst>
                <a:path h="227281" w="314287">
                  <a:moveTo>
                    <a:pt x="0" y="227281"/>
                  </a:moveTo>
                  <a:lnTo>
                    <a:pt x="314288" y="227281"/>
                  </a:lnTo>
                  <a:lnTo>
                    <a:pt x="314288" y="0"/>
                  </a:lnTo>
                  <a:lnTo>
                    <a:pt x="0" y="0"/>
                  </a:lnTo>
                  <a:lnTo>
                    <a:pt x="0" y="227281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-100507"/>
              </a:stretch>
            </a:blipFill>
          </p:spPr>
        </p:sp>
        <p:sp>
          <p:nvSpPr>
            <p:cNvPr name="AutoShape 35" id="35"/>
            <p:cNvSpPr/>
            <p:nvPr/>
          </p:nvSpPr>
          <p:spPr>
            <a:xfrm flipV="true">
              <a:off x="860572" y="1598305"/>
              <a:ext cx="1003752" cy="0"/>
            </a:xfrm>
            <a:prstGeom prst="line">
              <a:avLst/>
            </a:prstGeom>
            <a:ln cap="flat" w="13323">
              <a:solidFill>
                <a:srgbClr val="150B5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18019" y="1335174"/>
              <a:ext cx="354774" cy="422350"/>
            </a:xfrm>
            <a:custGeom>
              <a:avLst/>
              <a:gdLst/>
              <a:ahLst/>
              <a:cxnLst/>
              <a:rect r="r" b="b" t="t" l="l"/>
              <a:pathLst>
                <a:path h="422350" w="354774">
                  <a:moveTo>
                    <a:pt x="0" y="0"/>
                  </a:moveTo>
                  <a:lnTo>
                    <a:pt x="354774" y="0"/>
                  </a:lnTo>
                  <a:lnTo>
                    <a:pt x="354774" y="422349"/>
                  </a:lnTo>
                  <a:lnTo>
                    <a:pt x="0" y="422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37" id="37"/>
            <p:cNvSpPr/>
            <p:nvPr/>
          </p:nvSpPr>
          <p:spPr>
            <a:xfrm flipV="true">
              <a:off x="884936" y="1513910"/>
              <a:ext cx="945903" cy="0"/>
            </a:xfrm>
            <a:prstGeom prst="line">
              <a:avLst/>
            </a:prstGeom>
            <a:ln cap="flat" w="13323">
              <a:solidFill>
                <a:srgbClr val="150B56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7497" y="4143230"/>
            <a:ext cx="3086100" cy="4533900"/>
            <a:chOff x="0" y="0"/>
            <a:chExt cx="812800" cy="1194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194114"/>
            </a:xfrm>
            <a:custGeom>
              <a:avLst/>
              <a:gdLst/>
              <a:ahLst/>
              <a:cxnLst/>
              <a:rect r="r" b="b" t="t" l="l"/>
              <a:pathLst>
                <a:path h="11941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114"/>
                  </a:lnTo>
                  <a:lnTo>
                    <a:pt x="0" y="1194114"/>
                  </a:lnTo>
                  <a:close/>
                </a:path>
              </a:pathLst>
            </a:custGeom>
            <a:solidFill>
              <a:srgbClr val="1307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812800" cy="1194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51938" y="4143230"/>
            <a:ext cx="3086100" cy="4533900"/>
            <a:chOff x="0" y="0"/>
            <a:chExt cx="812800" cy="1194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194114"/>
            </a:xfrm>
            <a:custGeom>
              <a:avLst/>
              <a:gdLst/>
              <a:ahLst/>
              <a:cxnLst/>
              <a:rect r="r" b="b" t="t" l="l"/>
              <a:pathLst>
                <a:path h="11941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4114"/>
                  </a:lnTo>
                  <a:lnTo>
                    <a:pt x="0" y="1194114"/>
                  </a:lnTo>
                  <a:close/>
                </a:path>
              </a:pathLst>
            </a:custGeom>
            <a:solidFill>
              <a:srgbClr val="A0A0B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12800" cy="1194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0610" y="4143230"/>
            <a:ext cx="1278903" cy="1133475"/>
            <a:chOff x="0" y="0"/>
            <a:chExt cx="336830" cy="298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1414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38038" y="4143230"/>
            <a:ext cx="1278903" cy="1133475"/>
            <a:chOff x="0" y="0"/>
            <a:chExt cx="336830" cy="298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C8C8D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23597" y="5276705"/>
            <a:ext cx="1278903" cy="1133475"/>
            <a:chOff x="0" y="0"/>
            <a:chExt cx="336830" cy="2985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14145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38038" y="5276705"/>
            <a:ext cx="1278903" cy="1133475"/>
            <a:chOff x="0" y="0"/>
            <a:chExt cx="336830" cy="298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DCDCD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23597" y="6410180"/>
            <a:ext cx="1278903" cy="1133475"/>
            <a:chOff x="0" y="0"/>
            <a:chExt cx="336830" cy="2985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28286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38038" y="6410180"/>
            <a:ext cx="1278903" cy="1133475"/>
            <a:chOff x="0" y="0"/>
            <a:chExt cx="336830" cy="2985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23597" y="7543655"/>
            <a:ext cx="1278903" cy="1133475"/>
            <a:chOff x="0" y="0"/>
            <a:chExt cx="336830" cy="2985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50507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38038" y="7543655"/>
            <a:ext cx="1278903" cy="1133475"/>
            <a:chOff x="0" y="0"/>
            <a:chExt cx="336830" cy="2985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6830" cy="298528"/>
            </a:xfrm>
            <a:custGeom>
              <a:avLst/>
              <a:gdLst/>
              <a:ahLst/>
              <a:cxnLst/>
              <a:rect r="r" b="b" t="t" l="l"/>
              <a:pathLst>
                <a:path h="298528" w="336830">
                  <a:moveTo>
                    <a:pt x="0" y="0"/>
                  </a:moveTo>
                  <a:lnTo>
                    <a:pt x="336830" y="0"/>
                  </a:lnTo>
                  <a:lnTo>
                    <a:pt x="336830" y="298528"/>
                  </a:lnTo>
                  <a:lnTo>
                    <a:pt x="0" y="298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36830" cy="29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250503" y="-861979"/>
            <a:ext cx="4504260" cy="1723957"/>
          </a:xfrm>
          <a:custGeom>
            <a:avLst/>
            <a:gdLst/>
            <a:ahLst/>
            <a:cxnLst/>
            <a:rect r="r" b="b" t="t" l="l"/>
            <a:pathLst>
              <a:path h="1723957" w="4504260">
                <a:moveTo>
                  <a:pt x="0" y="0"/>
                </a:moveTo>
                <a:lnTo>
                  <a:pt x="4504260" y="0"/>
                </a:lnTo>
                <a:lnTo>
                  <a:pt x="4504260" y="1723958"/>
                </a:lnTo>
                <a:lnTo>
                  <a:pt x="0" y="1723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001798" y="1476230"/>
            <a:ext cx="4190328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13075D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Color Palette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10830" y="1432305"/>
            <a:ext cx="7348738" cy="15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Our color palette draws inspiration from nature, infusing a fresh and vibrant aesthetic. Consistent utilization of these colors across all media platforms is imperative to uphold brand cohesion.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79002" y="7612711"/>
            <a:ext cx="55320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Hex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88149" y="7612711"/>
            <a:ext cx="55320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Hex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79002" y="8009587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#13075d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988149" y="8009587"/>
            <a:ext cx="130684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#a0a0b4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97295" y="7612711"/>
            <a:ext cx="55320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Hex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70189" y="4521056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#141464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70189" y="5654531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#141450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70189" y="6788006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#282864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170189" y="7914336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#505078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55812" y="4521056"/>
            <a:ext cx="181796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#c8c8dc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55812" y="5654531"/>
            <a:ext cx="1122462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#dcdcdc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16259" y="6788006"/>
            <a:ext cx="939602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#f0f0f0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47242" y="7914336"/>
            <a:ext cx="693440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#ffffff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30923" y="1038225"/>
            <a:ext cx="642615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7F1E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Typography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445329" y="5966744"/>
            <a:ext cx="15385686" cy="1795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445329" y="10022012"/>
            <a:ext cx="15385686" cy="7749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457004" y="8040813"/>
            <a:ext cx="15385686" cy="1795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496682" y="4018479"/>
            <a:ext cx="15385686" cy="17957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45324" y="2386008"/>
            <a:ext cx="2784774" cy="1801139"/>
          </a:xfrm>
          <a:custGeom>
            <a:avLst/>
            <a:gdLst/>
            <a:ahLst/>
            <a:cxnLst/>
            <a:rect r="r" b="b" t="t" l="l"/>
            <a:pathLst>
              <a:path h="1801139" w="2784774">
                <a:moveTo>
                  <a:pt x="0" y="0"/>
                </a:moveTo>
                <a:lnTo>
                  <a:pt x="2784773" y="0"/>
                </a:lnTo>
                <a:lnTo>
                  <a:pt x="2784773" y="1801139"/>
                </a:lnTo>
                <a:lnTo>
                  <a:pt x="0" y="1801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5329" y="6569200"/>
            <a:ext cx="470182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881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Secondary Header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004" y="8701707"/>
            <a:ext cx="191292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7"/>
              </a:lnSpc>
            </a:pPr>
            <a:r>
              <a:rPr lang="en-US" sz="4980">
                <a:solidFill>
                  <a:srgbClr val="F7F1EB"/>
                </a:solidFill>
                <a:latin typeface="Avenir"/>
                <a:ea typeface="Avenir"/>
                <a:cs typeface="Avenir"/>
                <a:sym typeface="Avenir"/>
              </a:rPr>
              <a:t>Body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7984" y="4443546"/>
            <a:ext cx="352256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899" b="true">
                <a:solidFill>
                  <a:srgbClr val="F7F1E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Libre Baskerville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71084" y="4152716"/>
            <a:ext cx="352256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406">
                <a:solidFill>
                  <a:srgbClr val="F7F1E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abcdefghijklmnopqrstuvwxyz12345&amp;%$#@!~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5329" y="4393807"/>
            <a:ext cx="307299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7"/>
              </a:lnSpc>
            </a:pPr>
            <a:r>
              <a:rPr lang="en-US" sz="5580" b="true">
                <a:solidFill>
                  <a:srgbClr val="F7F1EB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Header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71084" y="6275214"/>
            <a:ext cx="3522567" cy="14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406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abcdefghijklmnopqrstuvwxyz12345&amp;%$#@!~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1084" y="8244507"/>
            <a:ext cx="3522567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406">
                <a:solidFill>
                  <a:srgbClr val="F7F1EB"/>
                </a:solidFill>
                <a:latin typeface="Avenir"/>
                <a:ea typeface="Avenir"/>
                <a:cs typeface="Avenir"/>
                <a:sym typeface="Avenir"/>
              </a:rPr>
              <a:t>abcdefghijklmnopqrstuvwxyz12345&amp;%$#@!~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47984" y="6569200"/>
            <a:ext cx="388308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899">
                <a:solidFill>
                  <a:srgbClr val="F7F1EB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47984" y="8863632"/>
            <a:ext cx="388308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899">
                <a:solidFill>
                  <a:srgbClr val="F7F1EB"/>
                </a:solidFill>
                <a:latin typeface="Avenir"/>
                <a:ea typeface="Avenir"/>
                <a:cs typeface="Avenir"/>
                <a:sym typeface="Avenir"/>
              </a:rPr>
              <a:t>Avenir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47978" y="2663949"/>
            <a:ext cx="352256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39"/>
              </a:lnSpc>
            </a:pPr>
            <a:r>
              <a:rPr lang="en-US" sz="5199" b="true">
                <a:solidFill>
                  <a:srgbClr val="F7F1EB"/>
                </a:solidFill>
                <a:latin typeface="Cinzel Bold"/>
                <a:ea typeface="Cinzel Bold"/>
                <a:cs typeface="Cinzel Bold"/>
                <a:sym typeface="Cinzel Bold"/>
              </a:rPr>
              <a:t>cinzel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1079" y="2373119"/>
            <a:ext cx="352256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406">
                <a:solidFill>
                  <a:srgbClr val="F7F1EB"/>
                </a:solidFill>
                <a:latin typeface="Cinzel"/>
                <a:ea typeface="Cinzel"/>
                <a:cs typeface="Cinzel"/>
                <a:sym typeface="Cinzel"/>
              </a:rPr>
              <a:t>abcdefghijklmnopqrstuvwxyz12345&amp;%$#@!~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48204" y="1437339"/>
            <a:ext cx="1791592" cy="2132848"/>
          </a:xfrm>
          <a:custGeom>
            <a:avLst/>
            <a:gdLst/>
            <a:ahLst/>
            <a:cxnLst/>
            <a:rect r="r" b="b" t="t" l="l"/>
            <a:pathLst>
              <a:path h="2132848" w="1791592">
                <a:moveTo>
                  <a:pt x="0" y="0"/>
                </a:moveTo>
                <a:lnTo>
                  <a:pt x="1791592" y="0"/>
                </a:lnTo>
                <a:lnTo>
                  <a:pt x="1791592" y="2132848"/>
                </a:lnTo>
                <a:lnTo>
                  <a:pt x="0" y="2132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2601" y="3975395"/>
            <a:ext cx="5183675" cy="1304575"/>
          </a:xfrm>
          <a:custGeom>
            <a:avLst/>
            <a:gdLst/>
            <a:ahLst/>
            <a:cxnLst/>
            <a:rect r="r" b="b" t="t" l="l"/>
            <a:pathLst>
              <a:path h="1304575" w="5183675">
                <a:moveTo>
                  <a:pt x="0" y="0"/>
                </a:moveTo>
                <a:lnTo>
                  <a:pt x="5183675" y="0"/>
                </a:lnTo>
                <a:lnTo>
                  <a:pt x="5183675" y="1304575"/>
                </a:lnTo>
                <a:lnTo>
                  <a:pt x="0" y="1304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5689545"/>
            <a:ext cx="13716000" cy="1606355"/>
          </a:xfrm>
          <a:custGeom>
            <a:avLst/>
            <a:gdLst/>
            <a:ahLst/>
            <a:cxnLst/>
            <a:rect r="r" b="b" t="t" l="l"/>
            <a:pathLst>
              <a:path h="1606355" w="13716000">
                <a:moveTo>
                  <a:pt x="0" y="0"/>
                </a:moveTo>
                <a:lnTo>
                  <a:pt x="13716000" y="0"/>
                </a:lnTo>
                <a:lnTo>
                  <a:pt x="13716000" y="1606354"/>
                </a:lnTo>
                <a:lnTo>
                  <a:pt x="0" y="1606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72601" y="1437339"/>
            <a:ext cx="4504260" cy="1723957"/>
          </a:xfrm>
          <a:custGeom>
            <a:avLst/>
            <a:gdLst/>
            <a:ahLst/>
            <a:cxnLst/>
            <a:rect r="r" b="b" t="t" l="l"/>
            <a:pathLst>
              <a:path h="1723957" w="4504260">
                <a:moveTo>
                  <a:pt x="0" y="0"/>
                </a:moveTo>
                <a:lnTo>
                  <a:pt x="4504261" y="0"/>
                </a:lnTo>
                <a:lnTo>
                  <a:pt x="4504261" y="1723958"/>
                </a:lnTo>
                <a:lnTo>
                  <a:pt x="0" y="1723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89868" y="7705474"/>
            <a:ext cx="5066408" cy="1940970"/>
          </a:xfrm>
          <a:custGeom>
            <a:avLst/>
            <a:gdLst/>
            <a:ahLst/>
            <a:cxnLst/>
            <a:rect r="r" b="b" t="t" l="l"/>
            <a:pathLst>
              <a:path h="1940970" w="5066408">
                <a:moveTo>
                  <a:pt x="0" y="0"/>
                </a:moveTo>
                <a:lnTo>
                  <a:pt x="5066408" y="0"/>
                </a:lnTo>
                <a:lnTo>
                  <a:pt x="5066408" y="1940971"/>
                </a:lnTo>
                <a:lnTo>
                  <a:pt x="0" y="19409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13357" y="1801209"/>
            <a:ext cx="4190328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10101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Other Assets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3357" y="4059500"/>
            <a:ext cx="4190328" cy="135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3D3B39"/>
                </a:solidFill>
                <a:latin typeface="Avenir"/>
                <a:ea typeface="Avenir"/>
                <a:cs typeface="Avenir"/>
                <a:sym typeface="Avenir"/>
              </a:rPr>
              <a:t>Other assets have been developed to be utilised within the colour palett.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0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7634" y="5848718"/>
            <a:ext cx="991031" cy="9910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70291" y="6041374"/>
            <a:ext cx="605718" cy="605718"/>
          </a:xfrm>
          <a:custGeom>
            <a:avLst/>
            <a:gdLst/>
            <a:ahLst/>
            <a:cxnLst/>
            <a:rect r="r" b="b" t="t" l="l"/>
            <a:pathLst>
              <a:path h="605718" w="605718">
                <a:moveTo>
                  <a:pt x="0" y="0"/>
                </a:moveTo>
                <a:lnTo>
                  <a:pt x="605718" y="0"/>
                </a:lnTo>
                <a:lnTo>
                  <a:pt x="605718" y="605718"/>
                </a:lnTo>
                <a:lnTo>
                  <a:pt x="0" y="605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3377634" y="3447134"/>
            <a:ext cx="991031" cy="9910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07999" y="3677499"/>
            <a:ext cx="530302" cy="530302"/>
          </a:xfrm>
          <a:custGeom>
            <a:avLst/>
            <a:gdLst/>
            <a:ahLst/>
            <a:cxnLst/>
            <a:rect r="r" b="b" t="t" l="l"/>
            <a:pathLst>
              <a:path h="530302" w="530302">
                <a:moveTo>
                  <a:pt x="0" y="0"/>
                </a:moveTo>
                <a:lnTo>
                  <a:pt x="530302" y="0"/>
                </a:lnTo>
                <a:lnTo>
                  <a:pt x="530302" y="530302"/>
                </a:lnTo>
                <a:lnTo>
                  <a:pt x="0" y="530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72797" y="3447134"/>
            <a:ext cx="991031" cy="99103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72797" y="5848718"/>
            <a:ext cx="991031" cy="9910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53261" y="6050146"/>
            <a:ext cx="430103" cy="588175"/>
          </a:xfrm>
          <a:custGeom>
            <a:avLst/>
            <a:gdLst/>
            <a:ahLst/>
            <a:cxnLst/>
            <a:rect r="r" b="b" t="t" l="l"/>
            <a:pathLst>
              <a:path h="588175" w="430103">
                <a:moveTo>
                  <a:pt x="0" y="0"/>
                </a:moveTo>
                <a:lnTo>
                  <a:pt x="430103" y="0"/>
                </a:lnTo>
                <a:lnTo>
                  <a:pt x="430103" y="588175"/>
                </a:lnTo>
                <a:lnTo>
                  <a:pt x="0" y="58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4732524" y="3347126"/>
            <a:ext cx="2639734" cy="5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b="true" sz="3018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32524" y="5709911"/>
            <a:ext cx="1995804" cy="5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b="true" sz="3018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Website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32524" y="4142241"/>
            <a:ext cx="4220966" cy="41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469" spc="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Aimforbetter.co.uk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32524" y="6505261"/>
            <a:ext cx="3971906" cy="41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469" spc="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aimforbetter.co.uk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29733" y="3308445"/>
            <a:ext cx="1995804" cy="5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b="true" sz="3018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29733" y="4103561"/>
            <a:ext cx="3580633" cy="41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469" spc="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+447443500903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29733" y="5494406"/>
            <a:ext cx="1995804" cy="51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b="true" sz="3018" spc="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Address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29733" y="6289522"/>
            <a:ext cx="3580633" cy="41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469" spc="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G41 3AY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02667" y="3677004"/>
            <a:ext cx="531292" cy="531292"/>
          </a:xfrm>
          <a:custGeom>
            <a:avLst/>
            <a:gdLst/>
            <a:ahLst/>
            <a:cxnLst/>
            <a:rect r="r" b="b" t="t" l="l"/>
            <a:pathLst>
              <a:path h="531292" w="531292">
                <a:moveTo>
                  <a:pt x="0" y="0"/>
                </a:moveTo>
                <a:lnTo>
                  <a:pt x="531291" y="0"/>
                </a:lnTo>
                <a:lnTo>
                  <a:pt x="531291" y="531291"/>
                </a:lnTo>
                <a:lnTo>
                  <a:pt x="0" y="5312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6" id="26"/>
          <p:cNvSpPr/>
          <p:nvPr/>
        </p:nvSpPr>
        <p:spPr>
          <a:xfrm>
            <a:off x="-190510" y="9098838"/>
            <a:ext cx="18288000" cy="0"/>
          </a:xfrm>
          <a:prstGeom prst="line">
            <a:avLst/>
          </a:prstGeom>
          <a:ln cap="flat" w="9525">
            <a:solidFill>
              <a:srgbClr val="282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-190510" y="-861979"/>
            <a:ext cx="4504260" cy="1723957"/>
          </a:xfrm>
          <a:custGeom>
            <a:avLst/>
            <a:gdLst/>
            <a:ahLst/>
            <a:cxnLst/>
            <a:rect r="r" b="b" t="t" l="l"/>
            <a:pathLst>
              <a:path h="1723957" w="4504260">
                <a:moveTo>
                  <a:pt x="0" y="0"/>
                </a:moveTo>
                <a:lnTo>
                  <a:pt x="4504260" y="0"/>
                </a:lnTo>
                <a:lnTo>
                  <a:pt x="4504260" y="1723958"/>
                </a:lnTo>
                <a:lnTo>
                  <a:pt x="0" y="1723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866862" y="9785532"/>
            <a:ext cx="5066408" cy="1940970"/>
          </a:xfrm>
          <a:custGeom>
            <a:avLst/>
            <a:gdLst/>
            <a:ahLst/>
            <a:cxnLst/>
            <a:rect r="r" b="b" t="t" l="l"/>
            <a:pathLst>
              <a:path h="1940970" w="5066408">
                <a:moveTo>
                  <a:pt x="0" y="0"/>
                </a:moveTo>
                <a:lnTo>
                  <a:pt x="5066408" y="0"/>
                </a:lnTo>
                <a:lnTo>
                  <a:pt x="5066408" y="1940970"/>
                </a:lnTo>
                <a:lnTo>
                  <a:pt x="0" y="1940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145119" y="1319624"/>
            <a:ext cx="1095411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7067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Contact Information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56351" y="9444346"/>
            <a:ext cx="3975299" cy="60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AIM FOR BETTER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47023" y="9148055"/>
            <a:ext cx="4243285" cy="37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213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AIM FOR TRUSTED OUTPUTS 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98399" y="9148055"/>
            <a:ext cx="4601667" cy="3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sz="2210">
                <a:solidFill>
                  <a:srgbClr val="13075D"/>
                </a:solidFill>
                <a:latin typeface="Montserrat"/>
                <a:ea typeface="Montserrat"/>
                <a:cs typeface="Montserrat"/>
                <a:sym typeface="Montserrat"/>
              </a:rPr>
              <a:t>AIM FOR RESPONSIBLE AI USE 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30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DAHGed-RVIg</dc:identifier>
  <dcterms:modified xsi:type="dcterms:W3CDTF">2011-08-01T06:04:30Z</dcterms:modified>
  <cp:revision>1</cp:revision>
  <dc:title>Beige Modern Minimalist Brand Guidelines Presentation</dc:title>
</cp:coreProperties>
</file>